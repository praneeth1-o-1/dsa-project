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5" r:id="rId8"/>
    <p:sldId id="268" r:id="rId9"/>
    <p:sldId id="270" r:id="rId10"/>
    <p:sldId id="271" r:id="rId11"/>
    <p:sldId id="272" r:id="rId12"/>
    <p:sldId id="2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594F89-436A-5645-27A6-7E6611E4217E}" v="799" dt="2024-10-27T18:22:22.308"/>
    <p1510:client id="{79E8CD12-E97C-CAF7-08C3-85A9A2F574CD}" v="871" dt="2024-10-27T18:45:14.8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185BB-8B07-4DC9-86F3-2A225C777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261872"/>
            <a:ext cx="7638222" cy="2852928"/>
          </a:xfrm>
        </p:spPr>
        <p:txBody>
          <a:bodyPr anchor="b">
            <a:normAutofit/>
          </a:bodyPr>
          <a:lstStyle>
            <a:lvl1pPr algn="l">
              <a:lnSpc>
                <a:spcPct val="130000"/>
              </a:lnSpc>
              <a:defRPr sz="3600" spc="1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D496A-6E7A-4923-8ED5-B4164125D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4681728"/>
            <a:ext cx="7638222" cy="9292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buNone/>
              <a:defRPr sz="1600" b="1" cap="all" spc="6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E3D20-43DC-4C14-8CFF-18545AED1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FC300-5AFC-418B-85FD-EFA94BD7A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C7E81-ED3C-4DB0-8E74-AD2A87E6B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0C817C9-850F-4FB6-B93B-CF3076C4A5C1}"/>
              </a:ext>
            </a:extLst>
          </p:cNvPr>
          <p:cNvGrpSpPr/>
          <p:nvPr/>
        </p:nvGrpSpPr>
        <p:grpSpPr>
          <a:xfrm flipH="1">
            <a:off x="0" y="0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59433A8-B67D-4675-AFDE-131069A709FC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>
                <a:gd name="connsiteX0" fmla="*/ 757287 w 757287"/>
                <a:gd name="connsiteY0" fmla="*/ 3694096 h 3694096"/>
                <a:gd name="connsiteX1" fmla="*/ 757287 w 757287"/>
                <a:gd name="connsiteY1" fmla="*/ 0 h 3694096"/>
                <a:gd name="connsiteX2" fmla="*/ 0 w 757287"/>
                <a:gd name="connsiteY2" fmla="*/ 0 h 3694096"/>
                <a:gd name="connsiteX3" fmla="*/ 0 w 757287"/>
                <a:gd name="connsiteY3" fmla="*/ 3686094 h 369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1CD1C45-6A4D-4237-B39C-2D58F401A8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44715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25F8D-0421-4AEC-9C40-A13163EC8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37680-115A-411F-AEF6-4AC2096B4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CC193-1304-4D0F-8331-14D4EC08E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455C1-CD32-4050-BAFF-51CC6B62D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AF608-FF11-4CBE-B717-5D56AE67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370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BD23A02E-6DCF-427A-8CFD-281B2185C7F0}"/>
              </a:ext>
            </a:extLst>
          </p:cNvPr>
          <p:cNvSpPr/>
          <p:nvPr/>
        </p:nvSpPr>
        <p:spPr>
          <a:xfrm>
            <a:off x="3242985" y="511814"/>
            <a:ext cx="5706031" cy="570603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dist="165100" dir="2220000" algn="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B4C32-F19C-44F3-8EF8-1F506D74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9192" y="1709738"/>
            <a:ext cx="4893617" cy="25538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89729-131C-4F78-9DAA-E9EE28EA9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2249" y="4540468"/>
            <a:ext cx="4067503" cy="11540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1" cap="all" spc="6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4E608-AC1F-41FB-974A-BD619C6C2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86158-8B03-45C3-891D-0357B198B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3B054-E8A2-43FD-B0FB-B1CCFA4BC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610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64AA7-6D5A-402E-AD1A-880F2BDB7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D32B6-F9D8-4A43-B52C-336CFAB00A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2976" y="2019299"/>
            <a:ext cx="4995019" cy="415766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50CDD9-5742-4A34-BA72-7CCA72D914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3718" y="2019299"/>
            <a:ext cx="5027954" cy="415766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2783AA-D2AB-4385-A91F-870CB656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5AAD9C-5CA2-4DA1-84D3-B1838979F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1AB3C7-9574-47BC-932D-782BEE998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172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4C468-781B-4BC5-8DEA-B9EF2BF90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460" y="369168"/>
            <a:ext cx="10458729" cy="143981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67223F-48E4-491D-AB5D-5FC8A0C56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0101" y="1843067"/>
            <a:ext cx="5007894" cy="66200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D6B764-4B87-42FF-ABAA-69B07B88F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0101" y="2505075"/>
            <a:ext cx="5007894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357B9-406F-4BF9-B8FB-C53421EEF5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6061" y="1843067"/>
            <a:ext cx="4994128" cy="66200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20462B-1939-4DAA-A7DD-6BDC95054A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6061" y="2505075"/>
            <a:ext cx="4994128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6C938B-C4C2-4FA9-85CA-9CD742CD7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AD8886-0D28-4D49-8D43-151D37E94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2FDDE8-E9F8-4B6C-9A40-829617A7C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587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AE3D8-6C35-428B-B2F2-251FDE10B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983769"/>
            <a:ext cx="10094770" cy="1180574"/>
          </a:xfrm>
          <a:solidFill>
            <a:schemeClr val="accent1">
              <a:lumMod val="20000"/>
              <a:lumOff val="80000"/>
            </a:schemeClr>
          </a:solidFill>
          <a:effectLst>
            <a:outerShdw dist="165100" dir="18900000" algn="bl" rotWithShape="0">
              <a:prstClr val="black"/>
            </a:outerShdw>
          </a:effectLst>
        </p:spPr>
        <p:txBody>
          <a:bodyPr/>
          <a:lstStyle>
            <a:lvl1pPr marL="18288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0B8015-E11A-42CA-AE88-7BD73F87E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309078-34CA-45CD-B479-03906A265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D03258-F989-47B2-A643-A60CD8A77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917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DA2F31-48B6-40CE-A364-3CE73FD85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7EEA00-F166-41EB-9331-CA99BB70F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B051F-F8FC-4FF6-9783-45F9FE7AC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273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08635-A5AF-48F4-8CD2-FB0E01113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</p:spPr>
        <p:txBody>
          <a:bodyPr anchor="t">
            <a:normAutofit/>
          </a:bodyPr>
          <a:lstStyle>
            <a:lvl1pPr>
              <a:defRPr sz="2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5E0E-DCC0-4781-A608-962B1241B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9826" y="987425"/>
            <a:ext cx="6045562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21F43E-3D50-4A1C-A289-B3D0DD0E7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3127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E70E3A-6639-4EA0-8305-C1899DAB4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6AFD57-4189-42FB-B29E-96366E51B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5E2EC-8483-4FBC-9D29-C19025FA8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297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CE581-A090-4AE9-9965-B06BDB52B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</p:spPr>
        <p:txBody>
          <a:bodyPr anchor="t">
            <a:normAutofit/>
          </a:bodyPr>
          <a:lstStyle>
            <a:lvl1pPr>
              <a:defRPr sz="2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39DEF4-262F-4ACF-9B29-3D4B819E70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53969" y="987425"/>
            <a:ext cx="5694503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ED7CBB-7A6F-441E-9072-2494B952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3127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59692-77BE-4A7D-AA70-635007A6E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B9A4DA-63AF-4D6A-98DB-E1D0AC741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6B7958-B19B-4C23-A82F-DD4E4B91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681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958AD-1CAD-45B3-B83D-DC9D33CD6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153F2E-0397-4423-8A88-D0059DEAF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ADDE1-7025-4FA9-822D-481685085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A73E0-F328-46DC-98BE-CA0981F75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52226-010C-494F-8BE8-BF91F3553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F89E9C4-9D18-4529-BC0C-68EAE507CDF8}"/>
              </a:ext>
            </a:extLst>
          </p:cNvPr>
          <p:cNvGrpSpPr/>
          <p:nvPr/>
        </p:nvGrpSpPr>
        <p:grpSpPr>
          <a:xfrm flipH="1" flipV="1">
            <a:off x="0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DF5937-0C03-4786-AB62-3CF7CECB92D6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>
                <a:gd name="connsiteX0" fmla="*/ 757287 w 757287"/>
                <a:gd name="connsiteY0" fmla="*/ 3694096 h 3694096"/>
                <a:gd name="connsiteX1" fmla="*/ 757287 w 757287"/>
                <a:gd name="connsiteY1" fmla="*/ 0 h 3694096"/>
                <a:gd name="connsiteX2" fmla="*/ 0 w 757287"/>
                <a:gd name="connsiteY2" fmla="*/ 0 h 3694096"/>
                <a:gd name="connsiteX3" fmla="*/ 0 w 757287"/>
                <a:gd name="connsiteY3" fmla="*/ 3686094 h 369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9AD93DB-2DB0-4B2D-884B-6EC453443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57761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C635D0-31D9-44E1-911D-F7D5D54009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53914" y="624313"/>
            <a:ext cx="2537986" cy="55097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7F9230-1FA4-439D-A800-B5F006F07C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00100" y="624313"/>
            <a:ext cx="7816542" cy="55097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AB2A3-7055-43AF-8BAB-0A9B74448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A1821-A311-49CD-BCB4-B4BC88661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7C6A8-813A-486A-AA90-AB28935F2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38C7A17-06CC-442C-A876-A51B2B556508}"/>
              </a:ext>
            </a:extLst>
          </p:cNvPr>
          <p:cNvGrpSpPr/>
          <p:nvPr/>
        </p:nvGrpSpPr>
        <p:grpSpPr>
          <a:xfrm flipH="1" flipV="1">
            <a:off x="0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4C1798A-2980-4F34-8355-7BCB6B295322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>
                <a:gd name="connsiteX0" fmla="*/ 757287 w 757287"/>
                <a:gd name="connsiteY0" fmla="*/ 3694096 h 3694096"/>
                <a:gd name="connsiteX1" fmla="*/ 757287 w 757287"/>
                <a:gd name="connsiteY1" fmla="*/ 0 h 3694096"/>
                <a:gd name="connsiteX2" fmla="*/ 0 w 757287"/>
                <a:gd name="connsiteY2" fmla="*/ 0 h 3694096"/>
                <a:gd name="connsiteX3" fmla="*/ 0 w 757287"/>
                <a:gd name="connsiteY3" fmla="*/ 3686094 h 369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D7542C-E4AE-488F-BC75-2E7ED83910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84127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86DAE1-1F65-43B8-A400-95E6DEEDC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61" y="365125"/>
            <a:ext cx="10357666" cy="1438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5C993-A44B-4C2D-818E-4C9000BB0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21B6E-ECC6-47D0-9C14-812B746F1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5014" y="634204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E6171E64-FE02-4DE5-B72F-53C3706641C3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9A716-DEA9-48A9-A5BC-0F392D2B49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96200" y="6342042"/>
            <a:ext cx="3470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CB69E-A0E4-4558-9C62-4CD8CDD2A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329" y="6342042"/>
            <a:ext cx="5262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B6ECC43-D65E-4A7B-A76B-D278A2184166}"/>
              </a:ext>
            </a:extLst>
          </p:cNvPr>
          <p:cNvGrpSpPr/>
          <p:nvPr/>
        </p:nvGrpSpPr>
        <p:grpSpPr>
          <a:xfrm flipV="1">
            <a:off x="11626076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EE443C5-5AB9-407B-A8C3-011BB14FEF06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>
                <a:gd name="connsiteX0" fmla="*/ 757287 w 757287"/>
                <a:gd name="connsiteY0" fmla="*/ 3694096 h 3694096"/>
                <a:gd name="connsiteX1" fmla="*/ 757287 w 757287"/>
                <a:gd name="connsiteY1" fmla="*/ 0 h 3694096"/>
                <a:gd name="connsiteX2" fmla="*/ 0 w 757287"/>
                <a:gd name="connsiteY2" fmla="*/ 0 h 3694096"/>
                <a:gd name="connsiteX3" fmla="*/ 0 w 757287"/>
                <a:gd name="connsiteY3" fmla="*/ 3686094 h 369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538C9FA-DA5E-4785-8F4A-CA481A3A65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1485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10" r:id="rId7"/>
    <p:sldLayoutId id="2147483706" r:id="rId8"/>
    <p:sldLayoutId id="2147483707" r:id="rId9"/>
    <p:sldLayoutId id="2147483708" r:id="rId10"/>
    <p:sldLayoutId id="2147483709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320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30000"/>
        </a:lnSpc>
        <a:spcBef>
          <a:spcPts val="500"/>
        </a:spcBef>
        <a:buSzPct val="100000"/>
        <a:buFont typeface="Avenir Next LT Pro Light" panose="020B03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500"/>
        </a:spcBef>
        <a:buSzPct val="100000"/>
        <a:buFont typeface="Avenir Next LT Pro Light" panose="020B03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FC321AD-2C92-446F-AF58-8CAA634BFD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A855B9-EE27-4441-846C-35DF1C648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AA4EDA-2A02-796F-2072-1582385577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0934" r="-2" b="14064"/>
          <a:stretch/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26526" y="1261872"/>
            <a:ext cx="7279885" cy="2852928"/>
          </a:xfrm>
        </p:spPr>
        <p:txBody>
          <a:bodyPr>
            <a:normAutofit/>
          </a:bodyPr>
          <a:lstStyle/>
          <a:p>
            <a:pPr algn="r">
              <a:lnSpc>
                <a:spcPct val="120000"/>
              </a:lnSpc>
            </a:pPr>
            <a:r>
              <a:rPr lang="en-US">
                <a:solidFill>
                  <a:srgbClr val="FFFFFF"/>
                </a:solidFill>
              </a:rPr>
              <a:t>Implementing Unix Based File Explorer Using N-ary Trees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79818" y="4681728"/>
            <a:ext cx="6902550" cy="929296"/>
          </a:xfrm>
        </p:spPr>
        <p:txBody>
          <a:bodyPr>
            <a:normAutofit/>
          </a:bodyPr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F5D4DB-368A-4B23-81E4-E0454BAD8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3253" y="322803"/>
            <a:ext cx="642729" cy="2930667"/>
          </a:xfrm>
          <a:prstGeom prst="rect">
            <a:avLst/>
          </a:prstGeom>
          <a:blipFill dpi="0" rotWithShape="1">
            <a:blip r:embed="rId3">
              <a:alphaModFix amt="9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tile tx="0" ty="0" sx="6000" sy="6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72D7B9-36D5-4C1F-B7C9-36717C28F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206609" cy="20213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28492A-DDDF-4C12-AE60-3EA02D8D2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063DF58-06E6-4ED6-947D-1490C2F71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3891" y="-5553891"/>
            <a:ext cx="1084217" cy="12192003"/>
          </a:xfrm>
          <a:custGeom>
            <a:avLst/>
            <a:gdLst>
              <a:gd name="connsiteX0" fmla="*/ 757287 w 757287"/>
              <a:gd name="connsiteY0" fmla="*/ 3694096 h 3694096"/>
              <a:gd name="connsiteX1" fmla="*/ 757287 w 757287"/>
              <a:gd name="connsiteY1" fmla="*/ 0 h 3694096"/>
              <a:gd name="connsiteX2" fmla="*/ 0 w 757287"/>
              <a:gd name="connsiteY2" fmla="*/ 0 h 3694096"/>
              <a:gd name="connsiteX3" fmla="*/ 0 w 757287"/>
              <a:gd name="connsiteY3" fmla="*/ 3686094 h 369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7287" h="3694096">
                <a:moveTo>
                  <a:pt x="757287" y="3694096"/>
                </a:moveTo>
                <a:lnTo>
                  <a:pt x="757287" y="0"/>
                </a:lnTo>
                <a:lnTo>
                  <a:pt x="0" y="0"/>
                </a:lnTo>
                <a:lnTo>
                  <a:pt x="0" y="3686094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0" ty="0" sx="6000" sy="6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E5481A-19B7-2AAE-9B7B-632D00D0D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349" y="838459"/>
            <a:ext cx="9507106" cy="1281181"/>
          </a:xfrm>
          <a:solidFill>
            <a:schemeClr val="accent1">
              <a:lumMod val="20000"/>
              <a:lumOff val="80000"/>
            </a:schemeClr>
          </a:solidFill>
          <a:effectLst>
            <a:outerShdw dist="190500" dir="18960000" algn="tr" rotWithShape="0">
              <a:schemeClr val="tx1"/>
            </a:outerShdw>
          </a:effectLst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000000"/>
                </a:solidFill>
              </a:rPr>
              <a:t>FILE EXPLORER INTRO-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3012C-C168-DA11-3F94-FE21CB148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81" y="2507411"/>
            <a:ext cx="11479476" cy="36808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Node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Name : String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Num : Int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Date : [</a:t>
            </a:r>
            <a:r>
              <a:rPr lang="en-US" err="1"/>
              <a:t>DateTime,DateTime</a:t>
            </a:r>
            <a:r>
              <a:rPr lang="en-US" dirty="0"/>
              <a:t>]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Child Directories : [Node]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Path : [Node]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Parent : [Node]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648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28492A-DDDF-4C12-AE60-3EA02D8D2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063DF58-06E6-4ED6-947D-1490C2F71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3891" y="-5553891"/>
            <a:ext cx="1084217" cy="12192003"/>
          </a:xfrm>
          <a:custGeom>
            <a:avLst/>
            <a:gdLst>
              <a:gd name="connsiteX0" fmla="*/ 757287 w 757287"/>
              <a:gd name="connsiteY0" fmla="*/ 3694096 h 3694096"/>
              <a:gd name="connsiteX1" fmla="*/ 757287 w 757287"/>
              <a:gd name="connsiteY1" fmla="*/ 0 h 3694096"/>
              <a:gd name="connsiteX2" fmla="*/ 0 w 757287"/>
              <a:gd name="connsiteY2" fmla="*/ 0 h 3694096"/>
              <a:gd name="connsiteX3" fmla="*/ 0 w 757287"/>
              <a:gd name="connsiteY3" fmla="*/ 3686094 h 369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7287" h="3694096">
                <a:moveTo>
                  <a:pt x="757287" y="3694096"/>
                </a:moveTo>
                <a:lnTo>
                  <a:pt x="757287" y="0"/>
                </a:lnTo>
                <a:lnTo>
                  <a:pt x="0" y="0"/>
                </a:lnTo>
                <a:lnTo>
                  <a:pt x="0" y="3686094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0" ty="0" sx="6000" sy="6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E5481A-19B7-2AAE-9B7B-632D00D0D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349" y="838459"/>
            <a:ext cx="9507106" cy="1281181"/>
          </a:xfrm>
          <a:solidFill>
            <a:schemeClr val="accent1">
              <a:lumMod val="20000"/>
              <a:lumOff val="80000"/>
            </a:schemeClr>
          </a:solidFill>
          <a:effectLst>
            <a:outerShdw dist="190500" dir="18960000" algn="tr" rotWithShape="0">
              <a:schemeClr val="tx1"/>
            </a:outerShdw>
          </a:effectLst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000000"/>
                </a:solidFill>
              </a:rPr>
              <a:t>FILE EXPLORER INTRO-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3012C-C168-DA11-3F94-FE21CB148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81" y="2507411"/>
            <a:ext cx="11479476" cy="36808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File Explorer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Root : Node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Total_directories</a:t>
            </a:r>
            <a:r>
              <a:rPr lang="en-US" dirty="0"/>
              <a:t> : Int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trash : Trash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576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28492A-DDDF-4C12-AE60-3EA02D8D2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063DF58-06E6-4ED6-947D-1490C2F71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3891" y="-5553891"/>
            <a:ext cx="1084217" cy="12192003"/>
          </a:xfrm>
          <a:custGeom>
            <a:avLst/>
            <a:gdLst>
              <a:gd name="connsiteX0" fmla="*/ 757287 w 757287"/>
              <a:gd name="connsiteY0" fmla="*/ 3694096 h 3694096"/>
              <a:gd name="connsiteX1" fmla="*/ 757287 w 757287"/>
              <a:gd name="connsiteY1" fmla="*/ 0 h 3694096"/>
              <a:gd name="connsiteX2" fmla="*/ 0 w 757287"/>
              <a:gd name="connsiteY2" fmla="*/ 0 h 3694096"/>
              <a:gd name="connsiteX3" fmla="*/ 0 w 757287"/>
              <a:gd name="connsiteY3" fmla="*/ 3686094 h 369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7287" h="3694096">
                <a:moveTo>
                  <a:pt x="757287" y="3694096"/>
                </a:moveTo>
                <a:lnTo>
                  <a:pt x="757287" y="0"/>
                </a:lnTo>
                <a:lnTo>
                  <a:pt x="0" y="0"/>
                </a:lnTo>
                <a:lnTo>
                  <a:pt x="0" y="3686094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0" ty="0" sx="6000" sy="6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E5481A-19B7-2AAE-9B7B-632D00D0D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349" y="838459"/>
            <a:ext cx="9507106" cy="1281181"/>
          </a:xfrm>
          <a:solidFill>
            <a:schemeClr val="accent1">
              <a:lumMod val="20000"/>
              <a:lumOff val="80000"/>
            </a:schemeClr>
          </a:solidFill>
          <a:effectLst>
            <a:outerShdw dist="190500" dir="18960000" algn="tr" rotWithShape="0">
              <a:schemeClr val="tx1"/>
            </a:outerShdw>
          </a:effectLst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FILE EXPLORER intro (PICKLE)-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3012C-C168-DA11-3F94-FE21CB148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81" y="2507411"/>
            <a:ext cx="11479476" cy="36808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  <p:pic>
        <p:nvPicPr>
          <p:cNvPr id="4" name="Picture 3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6820BB88-D63C-6680-833C-9A8C8009C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3108" y="2506458"/>
            <a:ext cx="7009171" cy="3707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134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28492A-DDDF-4C12-AE60-3EA02D8D2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063DF58-06E6-4ED6-947D-1490C2F71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3891" y="-5553891"/>
            <a:ext cx="1084217" cy="12192003"/>
          </a:xfrm>
          <a:custGeom>
            <a:avLst/>
            <a:gdLst>
              <a:gd name="connsiteX0" fmla="*/ 757287 w 757287"/>
              <a:gd name="connsiteY0" fmla="*/ 3694096 h 3694096"/>
              <a:gd name="connsiteX1" fmla="*/ 757287 w 757287"/>
              <a:gd name="connsiteY1" fmla="*/ 0 h 3694096"/>
              <a:gd name="connsiteX2" fmla="*/ 0 w 757287"/>
              <a:gd name="connsiteY2" fmla="*/ 0 h 3694096"/>
              <a:gd name="connsiteX3" fmla="*/ 0 w 757287"/>
              <a:gd name="connsiteY3" fmla="*/ 3686094 h 369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7287" h="3694096">
                <a:moveTo>
                  <a:pt x="757287" y="3694096"/>
                </a:moveTo>
                <a:lnTo>
                  <a:pt x="757287" y="0"/>
                </a:lnTo>
                <a:lnTo>
                  <a:pt x="0" y="0"/>
                </a:lnTo>
                <a:lnTo>
                  <a:pt x="0" y="3686094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0" ty="0" sx="6000" sy="6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E5481A-19B7-2AAE-9B7B-632D00D0D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349" y="838459"/>
            <a:ext cx="9507106" cy="1281181"/>
          </a:xfrm>
          <a:solidFill>
            <a:schemeClr val="accent1">
              <a:lumMod val="20000"/>
              <a:lumOff val="80000"/>
            </a:schemeClr>
          </a:solidFill>
          <a:effectLst>
            <a:outerShdw dist="190500" dir="18960000" algn="tr" rotWithShape="0">
              <a:schemeClr val="tx1"/>
            </a:outerShdw>
          </a:effectLst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FILE EXPLORER MODULES-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3012C-C168-DA11-3F94-FE21CB148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81" y="2507411"/>
            <a:ext cx="11479476" cy="36808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&gt;MKDIR – CREATES A NEW DIRECTORY                              O(N)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&gt;LS – LISTS THE CONTENTS OF CURRENT DIRECTORY     O(N+M)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&gt;CD – CHANGE  THE CURRENT WORKING DIRECTORY   O(N)                    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470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28492A-DDDF-4C12-AE60-3EA02D8D2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063DF58-06E6-4ED6-947D-1490C2F71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3891" y="-5553891"/>
            <a:ext cx="1084217" cy="12192003"/>
          </a:xfrm>
          <a:custGeom>
            <a:avLst/>
            <a:gdLst>
              <a:gd name="connsiteX0" fmla="*/ 757287 w 757287"/>
              <a:gd name="connsiteY0" fmla="*/ 3694096 h 3694096"/>
              <a:gd name="connsiteX1" fmla="*/ 757287 w 757287"/>
              <a:gd name="connsiteY1" fmla="*/ 0 h 3694096"/>
              <a:gd name="connsiteX2" fmla="*/ 0 w 757287"/>
              <a:gd name="connsiteY2" fmla="*/ 0 h 3694096"/>
              <a:gd name="connsiteX3" fmla="*/ 0 w 757287"/>
              <a:gd name="connsiteY3" fmla="*/ 3686094 h 369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7287" h="3694096">
                <a:moveTo>
                  <a:pt x="757287" y="3694096"/>
                </a:moveTo>
                <a:lnTo>
                  <a:pt x="757287" y="0"/>
                </a:lnTo>
                <a:lnTo>
                  <a:pt x="0" y="0"/>
                </a:lnTo>
                <a:lnTo>
                  <a:pt x="0" y="3686094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0" ty="0" sx="6000" sy="6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E5481A-19B7-2AAE-9B7B-632D00D0D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349" y="838459"/>
            <a:ext cx="9507106" cy="1281181"/>
          </a:xfrm>
          <a:solidFill>
            <a:schemeClr val="accent1">
              <a:lumMod val="20000"/>
              <a:lumOff val="80000"/>
            </a:schemeClr>
          </a:solidFill>
          <a:effectLst>
            <a:outerShdw dist="190500" dir="18960000" algn="tr" rotWithShape="0">
              <a:schemeClr val="tx1"/>
            </a:outerShdw>
          </a:effectLst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FILE EXPLORER MODULES-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3012C-C168-DA11-3F94-FE21CB148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81" y="2507411"/>
            <a:ext cx="11479476" cy="36808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&gt;RM: REMOVE FILES                                                  O(M)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&gt;RMDIR – REMOVES DIRECTORY                            O(N)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&gt;PWD : PRINT WORKING DIRECTORIES                O(N)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&gt;OPEN : OPENS THE DESIRED APPLICATION      O(1)</a:t>
            </a:r>
          </a:p>
        </p:txBody>
      </p:sp>
    </p:spTree>
    <p:extLst>
      <p:ext uri="{BB962C8B-B14F-4D97-AF65-F5344CB8AC3E}">
        <p14:creationId xmlns:p14="http://schemas.microsoft.com/office/powerpoint/2010/main" val="2125581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28492A-DDDF-4C12-AE60-3EA02D8D2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063DF58-06E6-4ED6-947D-1490C2F71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3891" y="-5553891"/>
            <a:ext cx="1084217" cy="12192003"/>
          </a:xfrm>
          <a:custGeom>
            <a:avLst/>
            <a:gdLst>
              <a:gd name="connsiteX0" fmla="*/ 757287 w 757287"/>
              <a:gd name="connsiteY0" fmla="*/ 3694096 h 3694096"/>
              <a:gd name="connsiteX1" fmla="*/ 757287 w 757287"/>
              <a:gd name="connsiteY1" fmla="*/ 0 h 3694096"/>
              <a:gd name="connsiteX2" fmla="*/ 0 w 757287"/>
              <a:gd name="connsiteY2" fmla="*/ 0 h 3694096"/>
              <a:gd name="connsiteX3" fmla="*/ 0 w 757287"/>
              <a:gd name="connsiteY3" fmla="*/ 3686094 h 369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7287" h="3694096">
                <a:moveTo>
                  <a:pt x="757287" y="3694096"/>
                </a:moveTo>
                <a:lnTo>
                  <a:pt x="757287" y="0"/>
                </a:lnTo>
                <a:lnTo>
                  <a:pt x="0" y="0"/>
                </a:lnTo>
                <a:lnTo>
                  <a:pt x="0" y="3686094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0" ty="0" sx="6000" sy="6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E5481A-19B7-2AAE-9B7B-632D00D0D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349" y="838459"/>
            <a:ext cx="9507106" cy="1281181"/>
          </a:xfrm>
          <a:solidFill>
            <a:schemeClr val="accent1">
              <a:lumMod val="20000"/>
              <a:lumOff val="80000"/>
            </a:schemeClr>
          </a:solidFill>
          <a:effectLst>
            <a:outerShdw dist="190500" dir="18960000" algn="tr" rotWithShape="0">
              <a:schemeClr val="tx1"/>
            </a:outerShdw>
          </a:effectLst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            FILES INTRO-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3012C-C168-DA11-3F94-FE21CB148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81" y="2507411"/>
            <a:ext cx="11479476" cy="36808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   Node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 Name : String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Next : Node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marL="228600" lvl="1" indent="0">
              <a:buNone/>
            </a:pPr>
            <a:r>
              <a:rPr lang="en-US" dirty="0"/>
              <a:t>Files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Head : Node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Size : Int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marL="228600" lvl="1" indent="0">
              <a:buNone/>
            </a:pPr>
            <a:endParaRPr lang="en-US" sz="2000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126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28492A-DDDF-4C12-AE60-3EA02D8D2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063DF58-06E6-4ED6-947D-1490C2F71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3891" y="-5553891"/>
            <a:ext cx="1084217" cy="12192003"/>
          </a:xfrm>
          <a:custGeom>
            <a:avLst/>
            <a:gdLst>
              <a:gd name="connsiteX0" fmla="*/ 757287 w 757287"/>
              <a:gd name="connsiteY0" fmla="*/ 3694096 h 3694096"/>
              <a:gd name="connsiteX1" fmla="*/ 757287 w 757287"/>
              <a:gd name="connsiteY1" fmla="*/ 0 h 3694096"/>
              <a:gd name="connsiteX2" fmla="*/ 0 w 757287"/>
              <a:gd name="connsiteY2" fmla="*/ 0 h 3694096"/>
              <a:gd name="connsiteX3" fmla="*/ 0 w 757287"/>
              <a:gd name="connsiteY3" fmla="*/ 3686094 h 369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7287" h="3694096">
                <a:moveTo>
                  <a:pt x="757287" y="3694096"/>
                </a:moveTo>
                <a:lnTo>
                  <a:pt x="757287" y="0"/>
                </a:lnTo>
                <a:lnTo>
                  <a:pt x="0" y="0"/>
                </a:lnTo>
                <a:lnTo>
                  <a:pt x="0" y="3686094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0" ty="0" sx="6000" sy="6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E5481A-19B7-2AAE-9B7B-632D00D0D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349" y="838459"/>
            <a:ext cx="9507106" cy="1281181"/>
          </a:xfrm>
          <a:solidFill>
            <a:schemeClr val="accent1">
              <a:lumMod val="20000"/>
              <a:lumOff val="80000"/>
            </a:schemeClr>
          </a:solidFill>
          <a:effectLst>
            <a:outerShdw dist="190500" dir="18960000" algn="tr" rotWithShape="0">
              <a:schemeClr val="tx1"/>
            </a:outerShdw>
          </a:effectLst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            FILES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3012C-C168-DA11-3F94-FE21CB148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81" y="2507411"/>
            <a:ext cx="11479476" cy="36808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&gt;NANO: TO EDIT TEXT FILES               O(N)</a:t>
            </a:r>
          </a:p>
          <a:p>
            <a:pPr marL="0" indent="0">
              <a:buNone/>
            </a:pPr>
            <a:r>
              <a:rPr lang="en-US" dirty="0"/>
              <a:t> </a:t>
            </a:r>
          </a:p>
          <a:p>
            <a:pPr marL="0" indent="0">
              <a:buNone/>
            </a:pPr>
            <a:r>
              <a:rPr lang="en-US" dirty="0"/>
              <a:t>&gt;DELETE_FILE : DELETES THE FILES   O(N)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marL="228600" lvl="1" indent="0">
              <a:buNone/>
            </a:pPr>
            <a:endParaRPr lang="en-US" sz="2000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835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28492A-DDDF-4C12-AE60-3EA02D8D2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063DF58-06E6-4ED6-947D-1490C2F71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3891" y="-5553891"/>
            <a:ext cx="1084217" cy="12192003"/>
          </a:xfrm>
          <a:custGeom>
            <a:avLst/>
            <a:gdLst>
              <a:gd name="connsiteX0" fmla="*/ 757287 w 757287"/>
              <a:gd name="connsiteY0" fmla="*/ 3694096 h 3694096"/>
              <a:gd name="connsiteX1" fmla="*/ 757287 w 757287"/>
              <a:gd name="connsiteY1" fmla="*/ 0 h 3694096"/>
              <a:gd name="connsiteX2" fmla="*/ 0 w 757287"/>
              <a:gd name="connsiteY2" fmla="*/ 0 h 3694096"/>
              <a:gd name="connsiteX3" fmla="*/ 0 w 757287"/>
              <a:gd name="connsiteY3" fmla="*/ 3686094 h 369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7287" h="3694096">
                <a:moveTo>
                  <a:pt x="757287" y="3694096"/>
                </a:moveTo>
                <a:lnTo>
                  <a:pt x="757287" y="0"/>
                </a:lnTo>
                <a:lnTo>
                  <a:pt x="0" y="0"/>
                </a:lnTo>
                <a:lnTo>
                  <a:pt x="0" y="3686094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0" ty="0" sx="6000" sy="6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E5481A-19B7-2AAE-9B7B-632D00D0D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349" y="838459"/>
            <a:ext cx="9507106" cy="1281181"/>
          </a:xfrm>
          <a:solidFill>
            <a:schemeClr val="accent1">
              <a:lumMod val="20000"/>
              <a:lumOff val="80000"/>
            </a:schemeClr>
          </a:solidFill>
          <a:effectLst>
            <a:outerShdw dist="190500" dir="18960000" algn="tr" rotWithShape="0">
              <a:schemeClr val="tx1"/>
            </a:outerShdw>
          </a:effectLst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             TRASH INTRO-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3012C-C168-DA11-3F94-FE21CB148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81" y="2507411"/>
            <a:ext cx="11479476" cy="36808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   Node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 DATA : Node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Date : </a:t>
            </a:r>
            <a:r>
              <a:rPr lang="en-US" err="1"/>
              <a:t>dateTime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Next : Node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marL="228600" lvl="1" indent="0">
              <a:buNone/>
            </a:pPr>
            <a:r>
              <a:rPr lang="en-US" dirty="0"/>
              <a:t>Trash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Head : Node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Size : Int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marL="228600" lvl="1" indent="0">
              <a:buNone/>
            </a:pPr>
            <a:endParaRPr lang="en-US" sz="2000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438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28492A-DDDF-4C12-AE60-3EA02D8D2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063DF58-06E6-4ED6-947D-1490C2F71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3891" y="-5553891"/>
            <a:ext cx="1084217" cy="12192003"/>
          </a:xfrm>
          <a:custGeom>
            <a:avLst/>
            <a:gdLst>
              <a:gd name="connsiteX0" fmla="*/ 757287 w 757287"/>
              <a:gd name="connsiteY0" fmla="*/ 3694096 h 3694096"/>
              <a:gd name="connsiteX1" fmla="*/ 757287 w 757287"/>
              <a:gd name="connsiteY1" fmla="*/ 0 h 3694096"/>
              <a:gd name="connsiteX2" fmla="*/ 0 w 757287"/>
              <a:gd name="connsiteY2" fmla="*/ 0 h 3694096"/>
              <a:gd name="connsiteX3" fmla="*/ 0 w 757287"/>
              <a:gd name="connsiteY3" fmla="*/ 3686094 h 369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7287" h="3694096">
                <a:moveTo>
                  <a:pt x="757287" y="3694096"/>
                </a:moveTo>
                <a:lnTo>
                  <a:pt x="757287" y="0"/>
                </a:lnTo>
                <a:lnTo>
                  <a:pt x="0" y="0"/>
                </a:lnTo>
                <a:lnTo>
                  <a:pt x="0" y="3686094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0" ty="0" sx="6000" sy="6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E5481A-19B7-2AAE-9B7B-632D00D0D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349" y="838459"/>
            <a:ext cx="9507106" cy="1281181"/>
          </a:xfrm>
          <a:solidFill>
            <a:schemeClr val="accent1">
              <a:lumMod val="20000"/>
              <a:lumOff val="80000"/>
            </a:schemeClr>
          </a:solidFill>
          <a:effectLst>
            <a:outerShdw dist="190500" dir="18960000" algn="tr" rotWithShape="0">
              <a:schemeClr val="tx1"/>
            </a:outerShdw>
          </a:effectLst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             TRASH MODULES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3012C-C168-DA11-3F94-FE21CB148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81" y="2507411"/>
            <a:ext cx="11479476" cy="36808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&gt;ADD_TO_TRASH : ADDS FILES AND FOLDERS INTO TRASH   O(N)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&gt;RESTORE : RESTORES FOLDERS AND FILES                                 O(N) </a:t>
            </a:r>
          </a:p>
          <a:p>
            <a:pPr marL="0" indent="0">
              <a:buNone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559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28492A-DDDF-4C12-AE60-3EA02D8D2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063DF58-06E6-4ED6-947D-1490C2F71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3891" y="-5553891"/>
            <a:ext cx="1084217" cy="12192003"/>
          </a:xfrm>
          <a:custGeom>
            <a:avLst/>
            <a:gdLst>
              <a:gd name="connsiteX0" fmla="*/ 757287 w 757287"/>
              <a:gd name="connsiteY0" fmla="*/ 3694096 h 3694096"/>
              <a:gd name="connsiteX1" fmla="*/ 757287 w 757287"/>
              <a:gd name="connsiteY1" fmla="*/ 0 h 3694096"/>
              <a:gd name="connsiteX2" fmla="*/ 0 w 757287"/>
              <a:gd name="connsiteY2" fmla="*/ 0 h 3694096"/>
              <a:gd name="connsiteX3" fmla="*/ 0 w 757287"/>
              <a:gd name="connsiteY3" fmla="*/ 3686094 h 369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7287" h="3694096">
                <a:moveTo>
                  <a:pt x="757287" y="3694096"/>
                </a:moveTo>
                <a:lnTo>
                  <a:pt x="757287" y="0"/>
                </a:lnTo>
                <a:lnTo>
                  <a:pt x="0" y="0"/>
                </a:lnTo>
                <a:lnTo>
                  <a:pt x="0" y="3686094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0" ty="0" sx="6000" sy="6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E5481A-19B7-2AAE-9B7B-632D00D0D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349" y="838459"/>
            <a:ext cx="9507106" cy="1281181"/>
          </a:xfrm>
          <a:solidFill>
            <a:schemeClr val="accent1">
              <a:lumMod val="20000"/>
              <a:lumOff val="80000"/>
            </a:schemeClr>
          </a:solidFill>
          <a:effectLst>
            <a:outerShdw dist="190500" dir="18960000" algn="tr" rotWithShape="0">
              <a:schemeClr val="tx1"/>
            </a:outerShdw>
          </a:effectLst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             TRASH MODULES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3012C-C168-DA11-3F94-FE21CB148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81" y="2507411"/>
            <a:ext cx="11479476" cy="36808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&gt;PERMANENT_DELETE : PERMANANTLY DELETES FOLDERS AND FILES             O(N)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&gt;DISPLAY : DISPLAYS CONTENTS INSIDE TRASH                                                        O(N)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&gt;GARBAGE_COLLECTION : CONTENTS WHICH ARE NOT USED FOR LONG      O(N) </a:t>
            </a:r>
          </a:p>
          <a:p>
            <a:pPr marL="0" indent="0">
              <a:buNone/>
            </a:pPr>
            <a:r>
              <a:rPr lang="en-US" dirty="0"/>
              <a:t>                                                                    ARE DELETED FROM TRASH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688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28492A-DDDF-4C12-AE60-3EA02D8D2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063DF58-06E6-4ED6-947D-1490C2F71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3891" y="-5553891"/>
            <a:ext cx="1084217" cy="12192003"/>
          </a:xfrm>
          <a:custGeom>
            <a:avLst/>
            <a:gdLst>
              <a:gd name="connsiteX0" fmla="*/ 757287 w 757287"/>
              <a:gd name="connsiteY0" fmla="*/ 3694096 h 3694096"/>
              <a:gd name="connsiteX1" fmla="*/ 757287 w 757287"/>
              <a:gd name="connsiteY1" fmla="*/ 0 h 3694096"/>
              <a:gd name="connsiteX2" fmla="*/ 0 w 757287"/>
              <a:gd name="connsiteY2" fmla="*/ 0 h 3694096"/>
              <a:gd name="connsiteX3" fmla="*/ 0 w 757287"/>
              <a:gd name="connsiteY3" fmla="*/ 3686094 h 369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7287" h="3694096">
                <a:moveTo>
                  <a:pt x="757287" y="3694096"/>
                </a:moveTo>
                <a:lnTo>
                  <a:pt x="757287" y="0"/>
                </a:lnTo>
                <a:lnTo>
                  <a:pt x="0" y="0"/>
                </a:lnTo>
                <a:lnTo>
                  <a:pt x="0" y="3686094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0" ty="0" sx="6000" sy="6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E5481A-19B7-2AAE-9B7B-632D00D0D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349" y="838459"/>
            <a:ext cx="9507106" cy="1281181"/>
          </a:xfrm>
          <a:solidFill>
            <a:schemeClr val="accent1">
              <a:lumMod val="20000"/>
              <a:lumOff val="80000"/>
            </a:schemeClr>
          </a:solidFill>
          <a:effectLst>
            <a:outerShdw dist="190500" dir="18960000" algn="tr" rotWithShape="0">
              <a:schemeClr val="tx1"/>
            </a:outerShdw>
          </a:effectLst>
        </p:spPr>
        <p:txBody>
          <a:bodyPr anchor="ctr">
            <a:normAutofit/>
          </a:bodyPr>
          <a:lstStyle/>
          <a:p>
            <a:r>
              <a:rPr lang="en-US" dirty="0"/>
              <a:t>               THANK YOU!!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3012C-C168-DA11-3F94-FE21CB148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81" y="2507411"/>
            <a:ext cx="11479476" cy="36808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1.ARAVIND KUMAR (CB.SC.U4CSE223303)</a:t>
            </a:r>
          </a:p>
          <a:p>
            <a:pPr marL="0" indent="0">
              <a:buNone/>
            </a:pPr>
            <a:r>
              <a:rPr lang="en-US" dirty="0"/>
              <a:t>2.ASWATH (CB.SC.U4CSE223304)</a:t>
            </a:r>
          </a:p>
          <a:p>
            <a:pPr marL="0" indent="0">
              <a:buNone/>
            </a:pPr>
            <a:r>
              <a:rPr lang="en-US" dirty="0"/>
              <a:t>3.ADITHYAA D.R (CB.SC.U4CSE223305)</a:t>
            </a:r>
          </a:p>
          <a:p>
            <a:pPr marL="0" indent="0">
              <a:buNone/>
            </a:pPr>
            <a:r>
              <a:rPr lang="en-US" dirty="0"/>
              <a:t>4.ARJUN KRISHANAKUMAR (CB.SC.U4CSE223307)</a:t>
            </a:r>
          </a:p>
          <a:p>
            <a:pPr marL="0" indent="0">
              <a:buNone/>
            </a:pPr>
            <a:r>
              <a:rPr lang="en-US" dirty="0"/>
              <a:t>5.BALA PRANEETH (CB.SC.U4CSE223311)</a:t>
            </a:r>
          </a:p>
          <a:p>
            <a:pPr marL="0" indent="0">
              <a:buNone/>
            </a:pPr>
            <a:r>
              <a:rPr lang="en-US" dirty="0"/>
              <a:t>6. SJ YUVAN DHURKESH (CB.SC.U4CSE223365)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036288"/>
      </p:ext>
    </p:extLst>
  </p:cSld>
  <p:clrMapOvr>
    <a:masterClrMapping/>
  </p:clrMapOvr>
</p:sld>
</file>

<file path=ppt/theme/theme1.xml><?xml version="1.0" encoding="utf-8"?>
<a:theme xmlns:a="http://schemas.openxmlformats.org/drawingml/2006/main" name="VeniceBeachVTI">
  <a:themeElements>
    <a:clrScheme name="AnalogousFromLightSeed_2SEEDS">
      <a:dk1>
        <a:srgbClr val="000000"/>
      </a:dk1>
      <a:lt1>
        <a:srgbClr val="FFFFFF"/>
      </a:lt1>
      <a:dk2>
        <a:srgbClr val="412E24"/>
      </a:dk2>
      <a:lt2>
        <a:srgbClr val="E2E6E8"/>
      </a:lt2>
      <a:accent1>
        <a:srgbClr val="D58B64"/>
      </a:accent1>
      <a:accent2>
        <a:srgbClr val="DD8086"/>
      </a:accent2>
      <a:accent3>
        <a:srgbClr val="B4A161"/>
      </a:accent3>
      <a:accent4>
        <a:srgbClr val="55B1B7"/>
      </a:accent4>
      <a:accent5>
        <a:srgbClr val="73A8D9"/>
      </a:accent5>
      <a:accent6>
        <a:srgbClr val="6470D5"/>
      </a:accent6>
      <a:hlink>
        <a:srgbClr val="5B879E"/>
      </a:hlink>
      <a:folHlink>
        <a:srgbClr val="7F7F7F"/>
      </a:folHlink>
    </a:clrScheme>
    <a:fontScheme name="Avenir 1">
      <a:majorFont>
        <a:latin typeface="Avenir Next LT Pro Ligh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eniceBeachVTI" id="{69839BBA-F383-4FFD-B56A-E36ACE43E09D}" vid="{060D2740-A69C-444A-B833-E03D333ADD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VeniceBeachVTI</vt:lpstr>
      <vt:lpstr>Implementing Unix Based File Explorer Using N-ary Trees</vt:lpstr>
      <vt:lpstr>FILE EXPLORER INTRO-</vt:lpstr>
      <vt:lpstr>FILE EXPLORER INTRO-</vt:lpstr>
      <vt:lpstr>FILE EXPLORER intro (PICKLE)-</vt:lpstr>
      <vt:lpstr>FILE EXPLORER MODULES-</vt:lpstr>
      <vt:lpstr>FILE EXPLORER MODULES-</vt:lpstr>
      <vt:lpstr>            FILES INTRO-</vt:lpstr>
      <vt:lpstr>            FILES MODULES</vt:lpstr>
      <vt:lpstr>             TRASH INTRO-</vt:lpstr>
      <vt:lpstr>             TRASH MODULES</vt:lpstr>
      <vt:lpstr>             TRASH MODULES</vt:lpstr>
      <vt:lpstr>               THANK YOU!!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808</cp:revision>
  <dcterms:created xsi:type="dcterms:W3CDTF">2024-10-27T16:59:15Z</dcterms:created>
  <dcterms:modified xsi:type="dcterms:W3CDTF">2024-10-27T18:45:35Z</dcterms:modified>
</cp:coreProperties>
</file>